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84085B-EB91-41B5-B301-34146B3C8A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EF20CD-C7D9-4A2B-B979-173C2E358C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FCD30F-CDDB-4A5C-A05F-4735A466AF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2290F5-F8F2-4186-9885-58400DB48A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646E6E-26E5-461C-9169-BECE96D31E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4F3E66-26B8-45E9-866F-A782874162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260BA9-413C-46A1-A7BE-6D92A5E1DB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D32B2A-0145-4425-901B-601DD0DFDA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D28D8C-BBDD-4151-96AD-876125BC43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09DE0D-17B8-4047-B9AA-034F5118E0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BA76C8-AD35-4FFB-8767-F09251B2943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FE0124-81CF-48EC-A674-18610912D6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6D1AEA7-8937-41B3-8648-6E34570C31B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3219840" y="914400"/>
            <a:ext cx="3409560" cy="3826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 rot="1800">
            <a:off x="-1800" y="-609120"/>
            <a:ext cx="10080000" cy="728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40320" y="208080"/>
            <a:ext cx="10079640" cy="531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-21240" y="-158400"/>
            <a:ext cx="10079640" cy="655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685800" y="228600"/>
            <a:ext cx="8486280" cy="5481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419400" y="457200"/>
            <a:ext cx="9145080" cy="411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9601200" cy="502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228600" y="114480"/>
            <a:ext cx="9372600" cy="530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448200" y="228600"/>
            <a:ext cx="8467200" cy="525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1438560" y="32760"/>
            <a:ext cx="67910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2024-10-16T00:47:11Z</dcterms:created>
  <dc:creator/>
  <dc:description/>
  <dc:language>en-US</dc:language>
  <cp:lastModifiedBy/>
  <dcterms:modified xsi:type="dcterms:W3CDTF">2024-10-16T00:54:39Z</dcterms:modified>
  <cp:revision>1</cp:revision>
  <dc:subject/>
  <dc:title/>
</cp:coreProperties>
</file>